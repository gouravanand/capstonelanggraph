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60" r:id="rId4"/>
    <p:sldId id="262" r:id="rId5"/>
    <p:sldId id="258" r:id="rId6"/>
    <p:sldId id="259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068441-A9E4-8F43-CFB6-FC5D95B844AC}" v="238" dt="2026-06-06T08:26:29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urav Anand" userId="fd8c76e17f6c2f08" providerId="Windows Live" clId="Web-{32068441-A9E4-8F43-CFB6-FC5D95B844AC}"/>
    <pc:docChg chg="mod addSld modSld addMainMaster delMainMaster">
      <pc:chgData name="Gourav Anand" userId="fd8c76e17f6c2f08" providerId="Windows Live" clId="Web-{32068441-A9E4-8F43-CFB6-FC5D95B844AC}" dt="2026-06-06T08:26:28.787" v="235" actId="20577"/>
      <pc:docMkLst>
        <pc:docMk/>
      </pc:docMkLst>
      <pc:sldChg chg="addSp delSp modSp mod modClrScheme chgLayout">
        <pc:chgData name="Gourav Anand" userId="fd8c76e17f6c2f08" providerId="Windows Live" clId="Web-{32068441-A9E4-8F43-CFB6-FC5D95B844AC}" dt="2026-06-06T08:26:28.787" v="235" actId="20577"/>
        <pc:sldMkLst>
          <pc:docMk/>
          <pc:sldMk cId="109857222" sldId="256"/>
        </pc:sldMkLst>
        <pc:spChg chg="mod ord">
          <ac:chgData name="Gourav Anand" userId="fd8c76e17f6c2f08" providerId="Windows Live" clId="Web-{32068441-A9E4-8F43-CFB6-FC5D95B844AC}" dt="2026-06-06T08:13:47.442" v="178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Gourav Anand" userId="fd8c76e17f6c2f08" providerId="Windows Live" clId="Web-{32068441-A9E4-8F43-CFB6-FC5D95B844AC}" dt="2026-06-06T08:14:05.193" v="180" actId="1076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Gourav Anand" userId="fd8c76e17f6c2f08" providerId="Windows Live" clId="Web-{32068441-A9E4-8F43-CFB6-FC5D95B844AC}" dt="2026-06-06T08:26:02.005" v="226"/>
          <ac:spMkLst>
            <pc:docMk/>
            <pc:sldMk cId="109857222" sldId="256"/>
            <ac:spMk id="4" creationId="{E7D30D67-DC51-22BD-1830-2FFDA023F8B7}"/>
          </ac:spMkLst>
        </pc:spChg>
        <pc:spChg chg="add mod">
          <ac:chgData name="Gourav Anand" userId="fd8c76e17f6c2f08" providerId="Windows Live" clId="Web-{32068441-A9E4-8F43-CFB6-FC5D95B844AC}" dt="2026-06-06T08:26:28.787" v="235" actId="20577"/>
          <ac:spMkLst>
            <pc:docMk/>
            <pc:sldMk cId="109857222" sldId="256"/>
            <ac:spMk id="5" creationId="{F73B69C1-84BF-FA1D-AAFA-4D5EAFCEF84B}"/>
          </ac:spMkLst>
        </pc:spChg>
      </pc:sldChg>
      <pc:sldChg chg="modSp new mod modClrScheme chgLayout">
        <pc:chgData name="Gourav Anand" userId="fd8c76e17f6c2f08" providerId="Windows Live" clId="Web-{32068441-A9E4-8F43-CFB6-FC5D95B844AC}" dt="2026-06-06T08:13:47.442" v="178"/>
        <pc:sldMkLst>
          <pc:docMk/>
          <pc:sldMk cId="3692206162" sldId="257"/>
        </pc:sldMkLst>
        <pc:spChg chg="mod ord">
          <ac:chgData name="Gourav Anand" userId="fd8c76e17f6c2f08" providerId="Windows Live" clId="Web-{32068441-A9E4-8F43-CFB6-FC5D95B844AC}" dt="2026-06-06T08:13:47.442" v="178"/>
          <ac:spMkLst>
            <pc:docMk/>
            <pc:sldMk cId="3692206162" sldId="257"/>
            <ac:spMk id="2" creationId="{13D09912-3859-E1B2-A2DB-5E3D3B0D5CEB}"/>
          </ac:spMkLst>
        </pc:spChg>
        <pc:spChg chg="mod ord">
          <ac:chgData name="Gourav Anand" userId="fd8c76e17f6c2f08" providerId="Windows Live" clId="Web-{32068441-A9E4-8F43-CFB6-FC5D95B844AC}" dt="2026-06-06T08:13:47.442" v="178"/>
          <ac:spMkLst>
            <pc:docMk/>
            <pc:sldMk cId="3692206162" sldId="257"/>
            <ac:spMk id="3" creationId="{56FDF0F4-7911-B5BB-F455-BF31AA75D906}"/>
          </ac:spMkLst>
        </pc:spChg>
      </pc:sldChg>
      <pc:sldChg chg="modSp new mod modClrScheme chgLayout">
        <pc:chgData name="Gourav Anand" userId="fd8c76e17f6c2f08" providerId="Windows Live" clId="Web-{32068441-A9E4-8F43-CFB6-FC5D95B844AC}" dt="2026-06-06T08:17:36.385" v="199" actId="20577"/>
        <pc:sldMkLst>
          <pc:docMk/>
          <pc:sldMk cId="4081606449" sldId="258"/>
        </pc:sldMkLst>
        <pc:spChg chg="mod ord">
          <ac:chgData name="Gourav Anand" userId="fd8c76e17f6c2f08" providerId="Windows Live" clId="Web-{32068441-A9E4-8F43-CFB6-FC5D95B844AC}" dt="2026-06-06T08:13:47.442" v="178"/>
          <ac:spMkLst>
            <pc:docMk/>
            <pc:sldMk cId="4081606449" sldId="258"/>
            <ac:spMk id="2" creationId="{FDB28116-9A3C-62DC-0C2F-9B748361E092}"/>
          </ac:spMkLst>
        </pc:spChg>
        <pc:spChg chg="mod ord">
          <ac:chgData name="Gourav Anand" userId="fd8c76e17f6c2f08" providerId="Windows Live" clId="Web-{32068441-A9E4-8F43-CFB6-FC5D95B844AC}" dt="2026-06-06T08:17:36.385" v="199" actId="20577"/>
          <ac:spMkLst>
            <pc:docMk/>
            <pc:sldMk cId="4081606449" sldId="258"/>
            <ac:spMk id="3" creationId="{22FE20A0-AD16-B96A-56F7-18B3CFD52050}"/>
          </ac:spMkLst>
        </pc:spChg>
      </pc:sldChg>
      <pc:sldChg chg="modSp new mod modClrScheme chgLayout">
        <pc:chgData name="Gourav Anand" userId="fd8c76e17f6c2f08" providerId="Windows Live" clId="Web-{32068441-A9E4-8F43-CFB6-FC5D95B844AC}" dt="2026-06-06T08:18:32.323" v="203" actId="20577"/>
        <pc:sldMkLst>
          <pc:docMk/>
          <pc:sldMk cId="118977397" sldId="259"/>
        </pc:sldMkLst>
        <pc:spChg chg="mod ord">
          <ac:chgData name="Gourav Anand" userId="fd8c76e17f6c2f08" providerId="Windows Live" clId="Web-{32068441-A9E4-8F43-CFB6-FC5D95B844AC}" dt="2026-06-06T08:16:56.290" v="195" actId="1076"/>
          <ac:spMkLst>
            <pc:docMk/>
            <pc:sldMk cId="118977397" sldId="259"/>
            <ac:spMk id="2" creationId="{07D915AD-39D2-3AC1-23D9-010409ACE93F}"/>
          </ac:spMkLst>
        </pc:spChg>
        <pc:spChg chg="mod ord">
          <ac:chgData name="Gourav Anand" userId="fd8c76e17f6c2f08" providerId="Windows Live" clId="Web-{32068441-A9E4-8F43-CFB6-FC5D95B844AC}" dt="2026-06-06T08:18:32.323" v="203" actId="20577"/>
          <ac:spMkLst>
            <pc:docMk/>
            <pc:sldMk cId="118977397" sldId="259"/>
            <ac:spMk id="3" creationId="{8BEAD86A-946C-0120-CF16-F562E86498B0}"/>
          </ac:spMkLst>
        </pc:spChg>
      </pc:sldChg>
      <pc:sldChg chg="modSp new mod modClrScheme chgLayout">
        <pc:chgData name="Gourav Anand" userId="fd8c76e17f6c2f08" providerId="Windows Live" clId="Web-{32068441-A9E4-8F43-CFB6-FC5D95B844AC}" dt="2026-06-06T08:17:54.869" v="201" actId="1076"/>
        <pc:sldMkLst>
          <pc:docMk/>
          <pc:sldMk cId="3017925722" sldId="260"/>
        </pc:sldMkLst>
        <pc:spChg chg="mod ord">
          <ac:chgData name="Gourav Anand" userId="fd8c76e17f6c2f08" providerId="Windows Live" clId="Web-{32068441-A9E4-8F43-CFB6-FC5D95B844AC}" dt="2026-06-06T08:14:42.209" v="185" actId="1076"/>
          <ac:spMkLst>
            <pc:docMk/>
            <pc:sldMk cId="3017925722" sldId="260"/>
            <ac:spMk id="2" creationId="{8D5F170A-277D-6F5E-D6F5-C9B84E97E7EF}"/>
          </ac:spMkLst>
        </pc:spChg>
        <pc:spChg chg="mod ord">
          <ac:chgData name="Gourav Anand" userId="fd8c76e17f6c2f08" providerId="Windows Live" clId="Web-{32068441-A9E4-8F43-CFB6-FC5D95B844AC}" dt="2026-06-06T08:17:54.869" v="201" actId="1076"/>
          <ac:spMkLst>
            <pc:docMk/>
            <pc:sldMk cId="3017925722" sldId="260"/>
            <ac:spMk id="3" creationId="{7624E9D0-8829-936A-6F57-D62C07427125}"/>
          </ac:spMkLst>
        </pc:spChg>
      </pc:sldChg>
      <pc:sldChg chg="modSp new mod modClrScheme chgLayout">
        <pc:chgData name="Gourav Anand" userId="fd8c76e17f6c2f08" providerId="Windows Live" clId="Web-{32068441-A9E4-8F43-CFB6-FC5D95B844AC}" dt="2026-06-06T08:18:56.042" v="208" actId="20577"/>
        <pc:sldMkLst>
          <pc:docMk/>
          <pc:sldMk cId="180322605" sldId="261"/>
        </pc:sldMkLst>
        <pc:spChg chg="mod ord">
          <ac:chgData name="Gourav Anand" userId="fd8c76e17f6c2f08" providerId="Windows Live" clId="Web-{32068441-A9E4-8F43-CFB6-FC5D95B844AC}" dt="2026-06-06T08:13:47.442" v="178"/>
          <ac:spMkLst>
            <pc:docMk/>
            <pc:sldMk cId="180322605" sldId="261"/>
            <ac:spMk id="2" creationId="{F4B41B4C-5B1C-8678-B4B4-6FAA2952EFF0}"/>
          </ac:spMkLst>
        </pc:spChg>
        <pc:spChg chg="mod ord">
          <ac:chgData name="Gourav Anand" userId="fd8c76e17f6c2f08" providerId="Windows Live" clId="Web-{32068441-A9E4-8F43-CFB6-FC5D95B844AC}" dt="2026-06-06T08:18:56.042" v="208" actId="20577"/>
          <ac:spMkLst>
            <pc:docMk/>
            <pc:sldMk cId="180322605" sldId="261"/>
            <ac:spMk id="3" creationId="{EF95277F-5E8F-044A-E143-BEEA17FA7D85}"/>
          </ac:spMkLst>
        </pc:spChg>
      </pc:sldChg>
      <pc:sldChg chg="addSp delSp modSp new">
        <pc:chgData name="Gourav Anand" userId="fd8c76e17f6c2f08" providerId="Windows Live" clId="Web-{32068441-A9E4-8F43-CFB6-FC5D95B844AC}" dt="2026-06-06T08:24:02.315" v="224"/>
        <pc:sldMkLst>
          <pc:docMk/>
          <pc:sldMk cId="351948151" sldId="262"/>
        </pc:sldMkLst>
        <pc:spChg chg="mod">
          <ac:chgData name="Gourav Anand" userId="fd8c76e17f6c2f08" providerId="Windows Live" clId="Web-{32068441-A9E4-8F43-CFB6-FC5D95B844AC}" dt="2026-06-06T08:22:35.344" v="219" actId="20577"/>
          <ac:spMkLst>
            <pc:docMk/>
            <pc:sldMk cId="351948151" sldId="262"/>
            <ac:spMk id="2" creationId="{B532E027-E10C-1A21-26CE-AB71C98A3AD7}"/>
          </ac:spMkLst>
        </pc:spChg>
        <pc:spChg chg="del">
          <ac:chgData name="Gourav Anand" userId="fd8c76e17f6c2f08" providerId="Windows Live" clId="Web-{32068441-A9E4-8F43-CFB6-FC5D95B844AC}" dt="2026-06-06T08:23:22.798" v="220"/>
          <ac:spMkLst>
            <pc:docMk/>
            <pc:sldMk cId="351948151" sldId="262"/>
            <ac:spMk id="3" creationId="{A04CFFC4-4A70-86F0-C99D-67B3E3A5AABD}"/>
          </ac:spMkLst>
        </pc:spChg>
        <pc:spChg chg="del">
          <ac:chgData name="Gourav Anand" userId="fd8c76e17f6c2f08" providerId="Windows Live" clId="Web-{32068441-A9E4-8F43-CFB6-FC5D95B844AC}" dt="2026-06-06T08:24:02.315" v="224"/>
          <ac:spMkLst>
            <pc:docMk/>
            <pc:sldMk cId="351948151" sldId="262"/>
            <ac:spMk id="5" creationId="{C2593EAE-6F68-C692-366D-06E3743D5AE8}"/>
          </ac:spMkLst>
        </pc:spChg>
        <pc:picChg chg="add mod ord">
          <ac:chgData name="Gourav Anand" userId="fd8c76e17f6c2f08" providerId="Windows Live" clId="Web-{32068441-A9E4-8F43-CFB6-FC5D95B844AC}" dt="2026-06-06T08:23:34.970" v="223" actId="14100"/>
          <ac:picMkLst>
            <pc:docMk/>
            <pc:sldMk cId="351948151" sldId="262"/>
            <ac:picMk id="7" creationId="{653A1090-A814-340C-4655-10CD6B6BD76F}"/>
          </ac:picMkLst>
        </pc:picChg>
      </pc:sldChg>
      <pc:sldMasterChg chg="add del addSldLayout delSldLayout">
        <pc:chgData name="Gourav Anand" userId="fd8c76e17f6c2f08" providerId="Windows Live" clId="Web-{32068441-A9E4-8F43-CFB6-FC5D95B844AC}" dt="2026-06-06T08:10:38.470" v="149"/>
        <pc:sldMasterMkLst>
          <pc:docMk/>
          <pc:sldMasterMk cId="2460954070" sldId="2147483660"/>
        </pc:sldMasterMkLst>
        <pc:sldLayoutChg chg="add del">
          <pc:chgData name="Gourav Anand" userId="fd8c76e17f6c2f08" providerId="Windows Live" clId="Web-{32068441-A9E4-8F43-CFB6-FC5D95B844AC}" dt="2026-06-06T08:10:38.470" v="149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Gourav Anand" userId="fd8c76e17f6c2f08" providerId="Windows Live" clId="Web-{32068441-A9E4-8F43-CFB6-FC5D95B844AC}" dt="2026-06-06T08:10:38.470" v="149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Gourav Anand" userId="fd8c76e17f6c2f08" providerId="Windows Live" clId="Web-{32068441-A9E4-8F43-CFB6-FC5D95B844AC}" dt="2026-06-06T08:10:38.470" v="149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Gourav Anand" userId="fd8c76e17f6c2f08" providerId="Windows Live" clId="Web-{32068441-A9E4-8F43-CFB6-FC5D95B844AC}" dt="2026-06-06T08:10:38.470" v="149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Gourav Anand" userId="fd8c76e17f6c2f08" providerId="Windows Live" clId="Web-{32068441-A9E4-8F43-CFB6-FC5D95B844AC}" dt="2026-06-06T08:10:38.470" v="149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Gourav Anand" userId="fd8c76e17f6c2f08" providerId="Windows Live" clId="Web-{32068441-A9E4-8F43-CFB6-FC5D95B844AC}" dt="2026-06-06T08:10:38.470" v="149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Gourav Anand" userId="fd8c76e17f6c2f08" providerId="Windows Live" clId="Web-{32068441-A9E4-8F43-CFB6-FC5D95B844AC}" dt="2026-06-06T08:10:38.470" v="149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Gourav Anand" userId="fd8c76e17f6c2f08" providerId="Windows Live" clId="Web-{32068441-A9E4-8F43-CFB6-FC5D95B844AC}" dt="2026-06-06T08:10:38.470" v="149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Gourav Anand" userId="fd8c76e17f6c2f08" providerId="Windows Live" clId="Web-{32068441-A9E4-8F43-CFB6-FC5D95B844AC}" dt="2026-06-06T08:10:38.470" v="149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Gourav Anand" userId="fd8c76e17f6c2f08" providerId="Windows Live" clId="Web-{32068441-A9E4-8F43-CFB6-FC5D95B844AC}" dt="2026-06-06T08:10:38.470" v="149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Gourav Anand" userId="fd8c76e17f6c2f08" providerId="Windows Live" clId="Web-{32068441-A9E4-8F43-CFB6-FC5D95B844AC}" dt="2026-06-06T08:10:38.470" v="149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Gourav Anand" userId="fd8c76e17f6c2f08" providerId="Windows Live" clId="Web-{32068441-A9E4-8F43-CFB6-FC5D95B844AC}" dt="2026-06-06T07:59:20.784" v="36"/>
        <pc:sldMasterMkLst>
          <pc:docMk/>
          <pc:sldMasterMk cId="242784739" sldId="2147483672"/>
        </pc:sldMasterMkLst>
        <pc:sldLayoutChg chg="add del mod replId">
          <pc:chgData name="Gourav Anand" userId="fd8c76e17f6c2f08" providerId="Windows Live" clId="Web-{32068441-A9E4-8F43-CFB6-FC5D95B844AC}" dt="2026-06-06T07:59:20.784" v="36"/>
          <pc:sldLayoutMkLst>
            <pc:docMk/>
            <pc:sldMasterMk cId="242784739" sldId="2147483672"/>
            <pc:sldLayoutMk cId="3135200650" sldId="2147483673"/>
          </pc:sldLayoutMkLst>
        </pc:sldLayoutChg>
        <pc:sldLayoutChg chg="add del mod replId">
          <pc:chgData name="Gourav Anand" userId="fd8c76e17f6c2f08" providerId="Windows Live" clId="Web-{32068441-A9E4-8F43-CFB6-FC5D95B844AC}" dt="2026-06-06T07:59:20.784" v="36"/>
          <pc:sldLayoutMkLst>
            <pc:docMk/>
            <pc:sldMasterMk cId="242784739" sldId="2147483672"/>
            <pc:sldLayoutMk cId="3016349078" sldId="2147483674"/>
          </pc:sldLayoutMkLst>
        </pc:sldLayoutChg>
        <pc:sldLayoutChg chg="add del mod replId">
          <pc:chgData name="Gourav Anand" userId="fd8c76e17f6c2f08" providerId="Windows Live" clId="Web-{32068441-A9E4-8F43-CFB6-FC5D95B844AC}" dt="2026-06-06T07:59:20.784" v="36"/>
          <pc:sldLayoutMkLst>
            <pc:docMk/>
            <pc:sldMasterMk cId="242784739" sldId="2147483672"/>
            <pc:sldLayoutMk cId="2295569332" sldId="2147483675"/>
          </pc:sldLayoutMkLst>
        </pc:sldLayoutChg>
        <pc:sldLayoutChg chg="add del mod replId">
          <pc:chgData name="Gourav Anand" userId="fd8c76e17f6c2f08" providerId="Windows Live" clId="Web-{32068441-A9E4-8F43-CFB6-FC5D95B844AC}" dt="2026-06-06T07:59:20.784" v="36"/>
          <pc:sldLayoutMkLst>
            <pc:docMk/>
            <pc:sldMasterMk cId="242784739" sldId="2147483672"/>
            <pc:sldLayoutMk cId="2773377400" sldId="2147483676"/>
          </pc:sldLayoutMkLst>
        </pc:sldLayoutChg>
        <pc:sldLayoutChg chg="add del mod replId">
          <pc:chgData name="Gourav Anand" userId="fd8c76e17f6c2f08" providerId="Windows Live" clId="Web-{32068441-A9E4-8F43-CFB6-FC5D95B844AC}" dt="2026-06-06T07:59:20.784" v="36"/>
          <pc:sldLayoutMkLst>
            <pc:docMk/>
            <pc:sldMasterMk cId="242784739" sldId="2147483672"/>
            <pc:sldLayoutMk cId="482774819" sldId="2147483677"/>
          </pc:sldLayoutMkLst>
        </pc:sldLayoutChg>
        <pc:sldLayoutChg chg="add del mod replId">
          <pc:chgData name="Gourav Anand" userId="fd8c76e17f6c2f08" providerId="Windows Live" clId="Web-{32068441-A9E4-8F43-CFB6-FC5D95B844AC}" dt="2026-06-06T07:59:20.784" v="36"/>
          <pc:sldLayoutMkLst>
            <pc:docMk/>
            <pc:sldMasterMk cId="242784739" sldId="2147483672"/>
            <pc:sldLayoutMk cId="884273114" sldId="2147483678"/>
          </pc:sldLayoutMkLst>
        </pc:sldLayoutChg>
        <pc:sldLayoutChg chg="add del mod replId">
          <pc:chgData name="Gourav Anand" userId="fd8c76e17f6c2f08" providerId="Windows Live" clId="Web-{32068441-A9E4-8F43-CFB6-FC5D95B844AC}" dt="2026-06-06T07:59:20.784" v="36"/>
          <pc:sldLayoutMkLst>
            <pc:docMk/>
            <pc:sldMasterMk cId="242784739" sldId="2147483672"/>
            <pc:sldLayoutMk cId="1356923609" sldId="2147483679"/>
          </pc:sldLayoutMkLst>
        </pc:sldLayoutChg>
        <pc:sldLayoutChg chg="add del mod replId">
          <pc:chgData name="Gourav Anand" userId="fd8c76e17f6c2f08" providerId="Windows Live" clId="Web-{32068441-A9E4-8F43-CFB6-FC5D95B844AC}" dt="2026-06-06T07:59:20.784" v="36"/>
          <pc:sldLayoutMkLst>
            <pc:docMk/>
            <pc:sldMasterMk cId="242784739" sldId="2147483672"/>
            <pc:sldLayoutMk cId="3950904314" sldId="2147483680"/>
          </pc:sldLayoutMkLst>
        </pc:sldLayoutChg>
        <pc:sldLayoutChg chg="add del mod replId">
          <pc:chgData name="Gourav Anand" userId="fd8c76e17f6c2f08" providerId="Windows Live" clId="Web-{32068441-A9E4-8F43-CFB6-FC5D95B844AC}" dt="2026-06-06T07:59:20.784" v="36"/>
          <pc:sldLayoutMkLst>
            <pc:docMk/>
            <pc:sldMasterMk cId="242784739" sldId="2147483672"/>
            <pc:sldLayoutMk cId="759858019" sldId="2147483681"/>
          </pc:sldLayoutMkLst>
        </pc:sldLayoutChg>
        <pc:sldLayoutChg chg="add del mod replId">
          <pc:chgData name="Gourav Anand" userId="fd8c76e17f6c2f08" providerId="Windows Live" clId="Web-{32068441-A9E4-8F43-CFB6-FC5D95B844AC}" dt="2026-06-06T07:59:20.784" v="36"/>
          <pc:sldLayoutMkLst>
            <pc:docMk/>
            <pc:sldMasterMk cId="242784739" sldId="2147483672"/>
            <pc:sldLayoutMk cId="3895421007" sldId="2147483682"/>
          </pc:sldLayoutMkLst>
        </pc:sldLayoutChg>
        <pc:sldLayoutChg chg="add del mod replId">
          <pc:chgData name="Gourav Anand" userId="fd8c76e17f6c2f08" providerId="Windows Live" clId="Web-{32068441-A9E4-8F43-CFB6-FC5D95B844AC}" dt="2026-06-06T07:59:20.784" v="36"/>
          <pc:sldLayoutMkLst>
            <pc:docMk/>
            <pc:sldMasterMk cId="242784739" sldId="2147483672"/>
            <pc:sldLayoutMk cId="2925480544" sldId="2147483683"/>
          </pc:sldLayoutMkLst>
        </pc:sldLayoutChg>
      </pc:sldMasterChg>
      <pc:sldMasterChg chg="add del addSldLayout delSldLayout modSldLayout">
        <pc:chgData name="Gourav Anand" userId="fd8c76e17f6c2f08" providerId="Windows Live" clId="Web-{32068441-A9E4-8F43-CFB6-FC5D95B844AC}" dt="2026-06-06T08:13:36.692" v="174"/>
        <pc:sldMasterMkLst>
          <pc:docMk/>
          <pc:sldMasterMk cId="285454520" sldId="2147483672"/>
        </pc:sldMasterMkLst>
        <pc:sldLayoutChg chg="add del mod replId">
          <pc:chgData name="Gourav Anand" userId="fd8c76e17f6c2f08" providerId="Windows Live" clId="Web-{32068441-A9E4-8F43-CFB6-FC5D95B844AC}" dt="2026-06-06T08:13:36.692" v="174"/>
          <pc:sldLayoutMkLst>
            <pc:docMk/>
            <pc:sldMasterMk cId="285454520" sldId="2147483672"/>
            <pc:sldLayoutMk cId="3808351651" sldId="2147483673"/>
          </pc:sldLayoutMkLst>
        </pc:sldLayoutChg>
        <pc:sldLayoutChg chg="add del mod replId">
          <pc:chgData name="Gourav Anand" userId="fd8c76e17f6c2f08" providerId="Windows Live" clId="Web-{32068441-A9E4-8F43-CFB6-FC5D95B844AC}" dt="2026-06-06T08:13:36.692" v="174"/>
          <pc:sldLayoutMkLst>
            <pc:docMk/>
            <pc:sldMasterMk cId="285454520" sldId="2147483672"/>
            <pc:sldLayoutMk cId="1475141872" sldId="2147483674"/>
          </pc:sldLayoutMkLst>
        </pc:sldLayoutChg>
        <pc:sldLayoutChg chg="add del mod replId">
          <pc:chgData name="Gourav Anand" userId="fd8c76e17f6c2f08" providerId="Windows Live" clId="Web-{32068441-A9E4-8F43-CFB6-FC5D95B844AC}" dt="2026-06-06T08:13:36.692" v="174"/>
          <pc:sldLayoutMkLst>
            <pc:docMk/>
            <pc:sldMasterMk cId="285454520" sldId="2147483672"/>
            <pc:sldLayoutMk cId="1812012120" sldId="2147483675"/>
          </pc:sldLayoutMkLst>
        </pc:sldLayoutChg>
        <pc:sldLayoutChg chg="add del mod replId">
          <pc:chgData name="Gourav Anand" userId="fd8c76e17f6c2f08" providerId="Windows Live" clId="Web-{32068441-A9E4-8F43-CFB6-FC5D95B844AC}" dt="2026-06-06T08:13:36.692" v="174"/>
          <pc:sldLayoutMkLst>
            <pc:docMk/>
            <pc:sldMasterMk cId="285454520" sldId="2147483672"/>
            <pc:sldLayoutMk cId="1396199937" sldId="2147483676"/>
          </pc:sldLayoutMkLst>
        </pc:sldLayoutChg>
        <pc:sldLayoutChg chg="add del mod replId">
          <pc:chgData name="Gourav Anand" userId="fd8c76e17f6c2f08" providerId="Windows Live" clId="Web-{32068441-A9E4-8F43-CFB6-FC5D95B844AC}" dt="2026-06-06T08:13:36.692" v="174"/>
          <pc:sldLayoutMkLst>
            <pc:docMk/>
            <pc:sldMasterMk cId="285454520" sldId="2147483672"/>
            <pc:sldLayoutMk cId="2564610059" sldId="2147483677"/>
          </pc:sldLayoutMkLst>
        </pc:sldLayoutChg>
        <pc:sldLayoutChg chg="add del mod replId">
          <pc:chgData name="Gourav Anand" userId="fd8c76e17f6c2f08" providerId="Windows Live" clId="Web-{32068441-A9E4-8F43-CFB6-FC5D95B844AC}" dt="2026-06-06T08:13:36.692" v="174"/>
          <pc:sldLayoutMkLst>
            <pc:docMk/>
            <pc:sldMasterMk cId="285454520" sldId="2147483672"/>
            <pc:sldLayoutMk cId="2611283891" sldId="2147483678"/>
          </pc:sldLayoutMkLst>
        </pc:sldLayoutChg>
        <pc:sldLayoutChg chg="add del mod replId">
          <pc:chgData name="Gourav Anand" userId="fd8c76e17f6c2f08" providerId="Windows Live" clId="Web-{32068441-A9E4-8F43-CFB6-FC5D95B844AC}" dt="2026-06-06T08:13:36.692" v="174"/>
          <pc:sldLayoutMkLst>
            <pc:docMk/>
            <pc:sldMasterMk cId="285454520" sldId="2147483672"/>
            <pc:sldLayoutMk cId="2554629829" sldId="2147483679"/>
          </pc:sldLayoutMkLst>
        </pc:sldLayoutChg>
        <pc:sldLayoutChg chg="add del mod replId">
          <pc:chgData name="Gourav Anand" userId="fd8c76e17f6c2f08" providerId="Windows Live" clId="Web-{32068441-A9E4-8F43-CFB6-FC5D95B844AC}" dt="2026-06-06T08:13:36.692" v="174"/>
          <pc:sldLayoutMkLst>
            <pc:docMk/>
            <pc:sldMasterMk cId="285454520" sldId="2147483672"/>
            <pc:sldLayoutMk cId="3399684920" sldId="2147483680"/>
          </pc:sldLayoutMkLst>
        </pc:sldLayoutChg>
        <pc:sldLayoutChg chg="add del mod replId">
          <pc:chgData name="Gourav Anand" userId="fd8c76e17f6c2f08" providerId="Windows Live" clId="Web-{32068441-A9E4-8F43-CFB6-FC5D95B844AC}" dt="2026-06-06T08:13:36.692" v="174"/>
          <pc:sldLayoutMkLst>
            <pc:docMk/>
            <pc:sldMasterMk cId="285454520" sldId="2147483672"/>
            <pc:sldLayoutMk cId="2329408498" sldId="2147483681"/>
          </pc:sldLayoutMkLst>
        </pc:sldLayoutChg>
        <pc:sldLayoutChg chg="add del mod replId">
          <pc:chgData name="Gourav Anand" userId="fd8c76e17f6c2f08" providerId="Windows Live" clId="Web-{32068441-A9E4-8F43-CFB6-FC5D95B844AC}" dt="2026-06-06T08:13:36.692" v="174"/>
          <pc:sldLayoutMkLst>
            <pc:docMk/>
            <pc:sldMasterMk cId="285454520" sldId="2147483672"/>
            <pc:sldLayoutMk cId="3988963340" sldId="2147483682"/>
          </pc:sldLayoutMkLst>
        </pc:sldLayoutChg>
        <pc:sldLayoutChg chg="add del mod replId">
          <pc:chgData name="Gourav Anand" userId="fd8c76e17f6c2f08" providerId="Windows Live" clId="Web-{32068441-A9E4-8F43-CFB6-FC5D95B844AC}" dt="2026-06-06T08:13:36.692" v="174"/>
          <pc:sldLayoutMkLst>
            <pc:docMk/>
            <pc:sldMasterMk cId="285454520" sldId="2147483672"/>
            <pc:sldLayoutMk cId="198276516" sldId="2147483683"/>
          </pc:sldLayoutMkLst>
        </pc:sldLayoutChg>
      </pc:sldMasterChg>
      <pc:sldMasterChg chg="add del addSldLayout delSldLayout modSldLayout">
        <pc:chgData name="Gourav Anand" userId="fd8c76e17f6c2f08" providerId="Windows Live" clId="Web-{32068441-A9E4-8F43-CFB6-FC5D95B844AC}" dt="2026-06-06T07:59:17.627" v="35"/>
        <pc:sldMasterMkLst>
          <pc:docMk/>
          <pc:sldMasterMk cId="40872868" sldId="2147483684"/>
        </pc:sldMasterMkLst>
        <pc:sldLayoutChg chg="add del mod replId">
          <pc:chgData name="Gourav Anand" userId="fd8c76e17f6c2f08" providerId="Windows Live" clId="Web-{32068441-A9E4-8F43-CFB6-FC5D95B844AC}" dt="2026-06-06T07:59:17.627" v="35"/>
          <pc:sldLayoutMkLst>
            <pc:docMk/>
            <pc:sldMasterMk cId="40872868" sldId="2147483684"/>
            <pc:sldLayoutMk cId="251545515" sldId="2147483685"/>
          </pc:sldLayoutMkLst>
        </pc:sldLayoutChg>
        <pc:sldLayoutChg chg="add del mod replId">
          <pc:chgData name="Gourav Anand" userId="fd8c76e17f6c2f08" providerId="Windows Live" clId="Web-{32068441-A9E4-8F43-CFB6-FC5D95B844AC}" dt="2026-06-06T07:59:17.627" v="35"/>
          <pc:sldLayoutMkLst>
            <pc:docMk/>
            <pc:sldMasterMk cId="40872868" sldId="2147483684"/>
            <pc:sldLayoutMk cId="3207589679" sldId="2147483686"/>
          </pc:sldLayoutMkLst>
        </pc:sldLayoutChg>
        <pc:sldLayoutChg chg="add del mod replId">
          <pc:chgData name="Gourav Anand" userId="fd8c76e17f6c2f08" providerId="Windows Live" clId="Web-{32068441-A9E4-8F43-CFB6-FC5D95B844AC}" dt="2026-06-06T07:59:17.627" v="35"/>
          <pc:sldLayoutMkLst>
            <pc:docMk/>
            <pc:sldMasterMk cId="40872868" sldId="2147483684"/>
            <pc:sldLayoutMk cId="2298655397" sldId="2147483687"/>
          </pc:sldLayoutMkLst>
        </pc:sldLayoutChg>
        <pc:sldLayoutChg chg="add del mod replId">
          <pc:chgData name="Gourav Anand" userId="fd8c76e17f6c2f08" providerId="Windows Live" clId="Web-{32068441-A9E4-8F43-CFB6-FC5D95B844AC}" dt="2026-06-06T07:59:17.627" v="35"/>
          <pc:sldLayoutMkLst>
            <pc:docMk/>
            <pc:sldMasterMk cId="40872868" sldId="2147483684"/>
            <pc:sldLayoutMk cId="3731873117" sldId="2147483688"/>
          </pc:sldLayoutMkLst>
        </pc:sldLayoutChg>
        <pc:sldLayoutChg chg="add del mod replId">
          <pc:chgData name="Gourav Anand" userId="fd8c76e17f6c2f08" providerId="Windows Live" clId="Web-{32068441-A9E4-8F43-CFB6-FC5D95B844AC}" dt="2026-06-06T07:59:17.627" v="35"/>
          <pc:sldLayoutMkLst>
            <pc:docMk/>
            <pc:sldMasterMk cId="40872868" sldId="2147483684"/>
            <pc:sldLayoutMk cId="1512897184" sldId="2147483689"/>
          </pc:sldLayoutMkLst>
        </pc:sldLayoutChg>
        <pc:sldLayoutChg chg="add del mod replId">
          <pc:chgData name="Gourav Anand" userId="fd8c76e17f6c2f08" providerId="Windows Live" clId="Web-{32068441-A9E4-8F43-CFB6-FC5D95B844AC}" dt="2026-06-06T07:59:17.627" v="35"/>
          <pc:sldLayoutMkLst>
            <pc:docMk/>
            <pc:sldMasterMk cId="40872868" sldId="2147483684"/>
            <pc:sldLayoutMk cId="371235926" sldId="2147483690"/>
          </pc:sldLayoutMkLst>
        </pc:sldLayoutChg>
        <pc:sldLayoutChg chg="add del mod replId">
          <pc:chgData name="Gourav Anand" userId="fd8c76e17f6c2f08" providerId="Windows Live" clId="Web-{32068441-A9E4-8F43-CFB6-FC5D95B844AC}" dt="2026-06-06T07:59:17.627" v="35"/>
          <pc:sldLayoutMkLst>
            <pc:docMk/>
            <pc:sldMasterMk cId="40872868" sldId="2147483684"/>
            <pc:sldLayoutMk cId="3869987353" sldId="2147483691"/>
          </pc:sldLayoutMkLst>
        </pc:sldLayoutChg>
        <pc:sldLayoutChg chg="add del mod replId">
          <pc:chgData name="Gourav Anand" userId="fd8c76e17f6c2f08" providerId="Windows Live" clId="Web-{32068441-A9E4-8F43-CFB6-FC5D95B844AC}" dt="2026-06-06T07:59:17.627" v="35"/>
          <pc:sldLayoutMkLst>
            <pc:docMk/>
            <pc:sldMasterMk cId="40872868" sldId="2147483684"/>
            <pc:sldLayoutMk cId="3987813549" sldId="2147483692"/>
          </pc:sldLayoutMkLst>
        </pc:sldLayoutChg>
        <pc:sldLayoutChg chg="add del mod replId">
          <pc:chgData name="Gourav Anand" userId="fd8c76e17f6c2f08" providerId="Windows Live" clId="Web-{32068441-A9E4-8F43-CFB6-FC5D95B844AC}" dt="2026-06-06T07:59:17.627" v="35"/>
          <pc:sldLayoutMkLst>
            <pc:docMk/>
            <pc:sldMasterMk cId="40872868" sldId="2147483684"/>
            <pc:sldLayoutMk cId="3321459333" sldId="2147483693"/>
          </pc:sldLayoutMkLst>
        </pc:sldLayoutChg>
        <pc:sldLayoutChg chg="add del mod replId">
          <pc:chgData name="Gourav Anand" userId="fd8c76e17f6c2f08" providerId="Windows Live" clId="Web-{32068441-A9E4-8F43-CFB6-FC5D95B844AC}" dt="2026-06-06T07:59:17.627" v="35"/>
          <pc:sldLayoutMkLst>
            <pc:docMk/>
            <pc:sldMasterMk cId="40872868" sldId="2147483684"/>
            <pc:sldLayoutMk cId="854791180" sldId="2147483694"/>
          </pc:sldLayoutMkLst>
        </pc:sldLayoutChg>
        <pc:sldLayoutChg chg="add del mod replId">
          <pc:chgData name="Gourav Anand" userId="fd8c76e17f6c2f08" providerId="Windows Live" clId="Web-{32068441-A9E4-8F43-CFB6-FC5D95B844AC}" dt="2026-06-06T07:59:17.627" v="35"/>
          <pc:sldLayoutMkLst>
            <pc:docMk/>
            <pc:sldMasterMk cId="40872868" sldId="2147483684"/>
            <pc:sldLayoutMk cId="2609234468" sldId="2147483695"/>
          </pc:sldLayoutMkLst>
        </pc:sldLayoutChg>
      </pc:sldMasterChg>
      <pc:sldMasterChg chg="add del addSldLayout delSldLayout modSldLayout">
        <pc:chgData name="Gourav Anand" userId="fd8c76e17f6c2f08" providerId="Windows Live" clId="Web-{32068441-A9E4-8F43-CFB6-FC5D95B844AC}" dt="2026-06-06T08:13:39.130" v="175"/>
        <pc:sldMasterMkLst>
          <pc:docMk/>
          <pc:sldMasterMk cId="1735620093" sldId="2147483684"/>
        </pc:sldMasterMkLst>
        <pc:sldLayoutChg chg="add del mod replId">
          <pc:chgData name="Gourav Anand" userId="fd8c76e17f6c2f08" providerId="Windows Live" clId="Web-{32068441-A9E4-8F43-CFB6-FC5D95B844AC}" dt="2026-06-06T08:13:39.130" v="175"/>
          <pc:sldLayoutMkLst>
            <pc:docMk/>
            <pc:sldMasterMk cId="1735620093" sldId="2147483684"/>
            <pc:sldLayoutMk cId="2966815202" sldId="2147483685"/>
          </pc:sldLayoutMkLst>
        </pc:sldLayoutChg>
        <pc:sldLayoutChg chg="add del mod replId">
          <pc:chgData name="Gourav Anand" userId="fd8c76e17f6c2f08" providerId="Windows Live" clId="Web-{32068441-A9E4-8F43-CFB6-FC5D95B844AC}" dt="2026-06-06T08:13:39.130" v="175"/>
          <pc:sldLayoutMkLst>
            <pc:docMk/>
            <pc:sldMasterMk cId="1735620093" sldId="2147483684"/>
            <pc:sldLayoutMk cId="3385895245" sldId="2147483686"/>
          </pc:sldLayoutMkLst>
        </pc:sldLayoutChg>
        <pc:sldLayoutChg chg="add del mod replId">
          <pc:chgData name="Gourav Anand" userId="fd8c76e17f6c2f08" providerId="Windows Live" clId="Web-{32068441-A9E4-8F43-CFB6-FC5D95B844AC}" dt="2026-06-06T08:13:39.130" v="175"/>
          <pc:sldLayoutMkLst>
            <pc:docMk/>
            <pc:sldMasterMk cId="1735620093" sldId="2147483684"/>
            <pc:sldLayoutMk cId="198911858" sldId="2147483687"/>
          </pc:sldLayoutMkLst>
        </pc:sldLayoutChg>
        <pc:sldLayoutChg chg="add del mod replId">
          <pc:chgData name="Gourav Anand" userId="fd8c76e17f6c2f08" providerId="Windows Live" clId="Web-{32068441-A9E4-8F43-CFB6-FC5D95B844AC}" dt="2026-06-06T08:13:39.130" v="175"/>
          <pc:sldLayoutMkLst>
            <pc:docMk/>
            <pc:sldMasterMk cId="1735620093" sldId="2147483684"/>
            <pc:sldLayoutMk cId="806190381" sldId="2147483688"/>
          </pc:sldLayoutMkLst>
        </pc:sldLayoutChg>
        <pc:sldLayoutChg chg="add del mod replId">
          <pc:chgData name="Gourav Anand" userId="fd8c76e17f6c2f08" providerId="Windows Live" clId="Web-{32068441-A9E4-8F43-CFB6-FC5D95B844AC}" dt="2026-06-06T08:13:39.130" v="175"/>
          <pc:sldLayoutMkLst>
            <pc:docMk/>
            <pc:sldMasterMk cId="1735620093" sldId="2147483684"/>
            <pc:sldLayoutMk cId="451389835" sldId="2147483689"/>
          </pc:sldLayoutMkLst>
        </pc:sldLayoutChg>
        <pc:sldLayoutChg chg="add del mod replId">
          <pc:chgData name="Gourav Anand" userId="fd8c76e17f6c2f08" providerId="Windows Live" clId="Web-{32068441-A9E4-8F43-CFB6-FC5D95B844AC}" dt="2026-06-06T08:13:39.130" v="175"/>
          <pc:sldLayoutMkLst>
            <pc:docMk/>
            <pc:sldMasterMk cId="1735620093" sldId="2147483684"/>
            <pc:sldLayoutMk cId="1309830085" sldId="2147483690"/>
          </pc:sldLayoutMkLst>
        </pc:sldLayoutChg>
        <pc:sldLayoutChg chg="add del mod replId">
          <pc:chgData name="Gourav Anand" userId="fd8c76e17f6c2f08" providerId="Windows Live" clId="Web-{32068441-A9E4-8F43-CFB6-FC5D95B844AC}" dt="2026-06-06T08:13:39.130" v="175"/>
          <pc:sldLayoutMkLst>
            <pc:docMk/>
            <pc:sldMasterMk cId="1735620093" sldId="2147483684"/>
            <pc:sldLayoutMk cId="2697489706" sldId="2147483691"/>
          </pc:sldLayoutMkLst>
        </pc:sldLayoutChg>
        <pc:sldLayoutChg chg="add del mod replId">
          <pc:chgData name="Gourav Anand" userId="fd8c76e17f6c2f08" providerId="Windows Live" clId="Web-{32068441-A9E4-8F43-CFB6-FC5D95B844AC}" dt="2026-06-06T08:13:39.130" v="175"/>
          <pc:sldLayoutMkLst>
            <pc:docMk/>
            <pc:sldMasterMk cId="1735620093" sldId="2147483684"/>
            <pc:sldLayoutMk cId="143205828" sldId="2147483692"/>
          </pc:sldLayoutMkLst>
        </pc:sldLayoutChg>
        <pc:sldLayoutChg chg="add del mod replId">
          <pc:chgData name="Gourav Anand" userId="fd8c76e17f6c2f08" providerId="Windows Live" clId="Web-{32068441-A9E4-8F43-CFB6-FC5D95B844AC}" dt="2026-06-06T08:13:39.130" v="175"/>
          <pc:sldLayoutMkLst>
            <pc:docMk/>
            <pc:sldMasterMk cId="1735620093" sldId="2147483684"/>
            <pc:sldLayoutMk cId="100832451" sldId="2147483693"/>
          </pc:sldLayoutMkLst>
        </pc:sldLayoutChg>
        <pc:sldLayoutChg chg="add del mod replId">
          <pc:chgData name="Gourav Anand" userId="fd8c76e17f6c2f08" providerId="Windows Live" clId="Web-{32068441-A9E4-8F43-CFB6-FC5D95B844AC}" dt="2026-06-06T08:13:39.130" v="175"/>
          <pc:sldLayoutMkLst>
            <pc:docMk/>
            <pc:sldMasterMk cId="1735620093" sldId="2147483684"/>
            <pc:sldLayoutMk cId="3070829560" sldId="2147483694"/>
          </pc:sldLayoutMkLst>
        </pc:sldLayoutChg>
        <pc:sldLayoutChg chg="add del mod replId">
          <pc:chgData name="Gourav Anand" userId="fd8c76e17f6c2f08" providerId="Windows Live" clId="Web-{32068441-A9E4-8F43-CFB6-FC5D95B844AC}" dt="2026-06-06T08:13:39.130" v="175"/>
          <pc:sldLayoutMkLst>
            <pc:docMk/>
            <pc:sldMasterMk cId="1735620093" sldId="2147483684"/>
            <pc:sldLayoutMk cId="1820210134" sldId="2147483695"/>
          </pc:sldLayoutMkLst>
        </pc:sldLayoutChg>
      </pc:sldMasterChg>
      <pc:sldMasterChg chg="add del addSldLayout delSldLayout modSldLayout">
        <pc:chgData name="Gourav Anand" userId="fd8c76e17f6c2f08" providerId="Windows Live" clId="Web-{32068441-A9E4-8F43-CFB6-FC5D95B844AC}" dt="2026-06-06T08:13:41.395" v="176"/>
        <pc:sldMasterMkLst>
          <pc:docMk/>
          <pc:sldMasterMk cId="1688246829" sldId="2147483696"/>
        </pc:sldMasterMkLst>
        <pc:sldLayoutChg chg="add del mod replId">
          <pc:chgData name="Gourav Anand" userId="fd8c76e17f6c2f08" providerId="Windows Live" clId="Web-{32068441-A9E4-8F43-CFB6-FC5D95B844AC}" dt="2026-06-06T08:13:41.395" v="176"/>
          <pc:sldLayoutMkLst>
            <pc:docMk/>
            <pc:sldMasterMk cId="1688246829" sldId="2147483696"/>
            <pc:sldLayoutMk cId="4194596381" sldId="2147483697"/>
          </pc:sldLayoutMkLst>
        </pc:sldLayoutChg>
        <pc:sldLayoutChg chg="add del mod replId">
          <pc:chgData name="Gourav Anand" userId="fd8c76e17f6c2f08" providerId="Windows Live" clId="Web-{32068441-A9E4-8F43-CFB6-FC5D95B844AC}" dt="2026-06-06T08:13:41.395" v="176"/>
          <pc:sldLayoutMkLst>
            <pc:docMk/>
            <pc:sldMasterMk cId="1688246829" sldId="2147483696"/>
            <pc:sldLayoutMk cId="966111205" sldId="2147483698"/>
          </pc:sldLayoutMkLst>
        </pc:sldLayoutChg>
        <pc:sldLayoutChg chg="add del mod replId">
          <pc:chgData name="Gourav Anand" userId="fd8c76e17f6c2f08" providerId="Windows Live" clId="Web-{32068441-A9E4-8F43-CFB6-FC5D95B844AC}" dt="2026-06-06T08:13:41.395" v="176"/>
          <pc:sldLayoutMkLst>
            <pc:docMk/>
            <pc:sldMasterMk cId="1688246829" sldId="2147483696"/>
            <pc:sldLayoutMk cId="3971720643" sldId="2147483699"/>
          </pc:sldLayoutMkLst>
        </pc:sldLayoutChg>
        <pc:sldLayoutChg chg="add del mod replId">
          <pc:chgData name="Gourav Anand" userId="fd8c76e17f6c2f08" providerId="Windows Live" clId="Web-{32068441-A9E4-8F43-CFB6-FC5D95B844AC}" dt="2026-06-06T08:13:41.395" v="176"/>
          <pc:sldLayoutMkLst>
            <pc:docMk/>
            <pc:sldMasterMk cId="1688246829" sldId="2147483696"/>
            <pc:sldLayoutMk cId="168053512" sldId="2147483700"/>
          </pc:sldLayoutMkLst>
        </pc:sldLayoutChg>
        <pc:sldLayoutChg chg="add del mod replId">
          <pc:chgData name="Gourav Anand" userId="fd8c76e17f6c2f08" providerId="Windows Live" clId="Web-{32068441-A9E4-8F43-CFB6-FC5D95B844AC}" dt="2026-06-06T08:13:41.395" v="176"/>
          <pc:sldLayoutMkLst>
            <pc:docMk/>
            <pc:sldMasterMk cId="1688246829" sldId="2147483696"/>
            <pc:sldLayoutMk cId="3672646952" sldId="2147483701"/>
          </pc:sldLayoutMkLst>
        </pc:sldLayoutChg>
        <pc:sldLayoutChg chg="add del mod replId">
          <pc:chgData name="Gourav Anand" userId="fd8c76e17f6c2f08" providerId="Windows Live" clId="Web-{32068441-A9E4-8F43-CFB6-FC5D95B844AC}" dt="2026-06-06T08:13:41.395" v="176"/>
          <pc:sldLayoutMkLst>
            <pc:docMk/>
            <pc:sldMasterMk cId="1688246829" sldId="2147483696"/>
            <pc:sldLayoutMk cId="3798358824" sldId="2147483702"/>
          </pc:sldLayoutMkLst>
        </pc:sldLayoutChg>
        <pc:sldLayoutChg chg="add del mod replId">
          <pc:chgData name="Gourav Anand" userId="fd8c76e17f6c2f08" providerId="Windows Live" clId="Web-{32068441-A9E4-8F43-CFB6-FC5D95B844AC}" dt="2026-06-06T08:13:41.395" v="176"/>
          <pc:sldLayoutMkLst>
            <pc:docMk/>
            <pc:sldMasterMk cId="1688246829" sldId="2147483696"/>
            <pc:sldLayoutMk cId="4076443457" sldId="2147483703"/>
          </pc:sldLayoutMkLst>
        </pc:sldLayoutChg>
        <pc:sldLayoutChg chg="add del mod replId">
          <pc:chgData name="Gourav Anand" userId="fd8c76e17f6c2f08" providerId="Windows Live" clId="Web-{32068441-A9E4-8F43-CFB6-FC5D95B844AC}" dt="2026-06-06T08:13:41.395" v="176"/>
          <pc:sldLayoutMkLst>
            <pc:docMk/>
            <pc:sldMasterMk cId="1688246829" sldId="2147483696"/>
            <pc:sldLayoutMk cId="1878989737" sldId="2147483704"/>
          </pc:sldLayoutMkLst>
        </pc:sldLayoutChg>
        <pc:sldLayoutChg chg="add del mod replId">
          <pc:chgData name="Gourav Anand" userId="fd8c76e17f6c2f08" providerId="Windows Live" clId="Web-{32068441-A9E4-8F43-CFB6-FC5D95B844AC}" dt="2026-06-06T08:13:41.395" v="176"/>
          <pc:sldLayoutMkLst>
            <pc:docMk/>
            <pc:sldMasterMk cId="1688246829" sldId="2147483696"/>
            <pc:sldLayoutMk cId="1734630123" sldId="2147483705"/>
          </pc:sldLayoutMkLst>
        </pc:sldLayoutChg>
        <pc:sldLayoutChg chg="add del mod replId">
          <pc:chgData name="Gourav Anand" userId="fd8c76e17f6c2f08" providerId="Windows Live" clId="Web-{32068441-A9E4-8F43-CFB6-FC5D95B844AC}" dt="2026-06-06T08:13:41.395" v="176"/>
          <pc:sldLayoutMkLst>
            <pc:docMk/>
            <pc:sldMasterMk cId="1688246829" sldId="2147483696"/>
            <pc:sldLayoutMk cId="3166443023" sldId="2147483706"/>
          </pc:sldLayoutMkLst>
        </pc:sldLayoutChg>
        <pc:sldLayoutChg chg="add del mod replId">
          <pc:chgData name="Gourav Anand" userId="fd8c76e17f6c2f08" providerId="Windows Live" clId="Web-{32068441-A9E4-8F43-CFB6-FC5D95B844AC}" dt="2026-06-06T08:13:41.395" v="176"/>
          <pc:sldLayoutMkLst>
            <pc:docMk/>
            <pc:sldMasterMk cId="1688246829" sldId="2147483696"/>
            <pc:sldLayoutMk cId="859698578" sldId="2147483707"/>
          </pc:sldLayoutMkLst>
        </pc:sldLayoutChg>
      </pc:sldMasterChg>
      <pc:sldMasterChg chg="add del addSldLayout delSldLayout modSldLayout">
        <pc:chgData name="Gourav Anand" userId="fd8c76e17f6c2f08" providerId="Windows Live" clId="Web-{32068441-A9E4-8F43-CFB6-FC5D95B844AC}" dt="2026-06-06T08:13:45.474" v="177"/>
        <pc:sldMasterMkLst>
          <pc:docMk/>
          <pc:sldMasterMk cId="1030627224" sldId="2147483708"/>
        </pc:sldMasterMkLst>
        <pc:sldLayoutChg chg="add del mod replId">
          <pc:chgData name="Gourav Anand" userId="fd8c76e17f6c2f08" providerId="Windows Live" clId="Web-{32068441-A9E4-8F43-CFB6-FC5D95B844AC}" dt="2026-06-06T08:13:45.474" v="177"/>
          <pc:sldLayoutMkLst>
            <pc:docMk/>
            <pc:sldMasterMk cId="1030627224" sldId="2147483708"/>
            <pc:sldLayoutMk cId="1451055758" sldId="2147483709"/>
          </pc:sldLayoutMkLst>
        </pc:sldLayoutChg>
        <pc:sldLayoutChg chg="add del mod replId">
          <pc:chgData name="Gourav Anand" userId="fd8c76e17f6c2f08" providerId="Windows Live" clId="Web-{32068441-A9E4-8F43-CFB6-FC5D95B844AC}" dt="2026-06-06T08:13:45.474" v="177"/>
          <pc:sldLayoutMkLst>
            <pc:docMk/>
            <pc:sldMasterMk cId="1030627224" sldId="2147483708"/>
            <pc:sldLayoutMk cId="198897909" sldId="2147483710"/>
          </pc:sldLayoutMkLst>
        </pc:sldLayoutChg>
        <pc:sldLayoutChg chg="add del mod replId">
          <pc:chgData name="Gourav Anand" userId="fd8c76e17f6c2f08" providerId="Windows Live" clId="Web-{32068441-A9E4-8F43-CFB6-FC5D95B844AC}" dt="2026-06-06T08:13:45.474" v="177"/>
          <pc:sldLayoutMkLst>
            <pc:docMk/>
            <pc:sldMasterMk cId="1030627224" sldId="2147483708"/>
            <pc:sldLayoutMk cId="585192632" sldId="2147483711"/>
          </pc:sldLayoutMkLst>
        </pc:sldLayoutChg>
        <pc:sldLayoutChg chg="add del mod replId">
          <pc:chgData name="Gourav Anand" userId="fd8c76e17f6c2f08" providerId="Windows Live" clId="Web-{32068441-A9E4-8F43-CFB6-FC5D95B844AC}" dt="2026-06-06T08:13:45.474" v="177"/>
          <pc:sldLayoutMkLst>
            <pc:docMk/>
            <pc:sldMasterMk cId="1030627224" sldId="2147483708"/>
            <pc:sldLayoutMk cId="3111548907" sldId="2147483712"/>
          </pc:sldLayoutMkLst>
        </pc:sldLayoutChg>
        <pc:sldLayoutChg chg="add del mod replId">
          <pc:chgData name="Gourav Anand" userId="fd8c76e17f6c2f08" providerId="Windows Live" clId="Web-{32068441-A9E4-8F43-CFB6-FC5D95B844AC}" dt="2026-06-06T08:13:45.474" v="177"/>
          <pc:sldLayoutMkLst>
            <pc:docMk/>
            <pc:sldMasterMk cId="1030627224" sldId="2147483708"/>
            <pc:sldLayoutMk cId="3888513924" sldId="2147483713"/>
          </pc:sldLayoutMkLst>
        </pc:sldLayoutChg>
        <pc:sldLayoutChg chg="add del mod replId">
          <pc:chgData name="Gourav Anand" userId="fd8c76e17f6c2f08" providerId="Windows Live" clId="Web-{32068441-A9E4-8F43-CFB6-FC5D95B844AC}" dt="2026-06-06T08:13:45.474" v="177"/>
          <pc:sldLayoutMkLst>
            <pc:docMk/>
            <pc:sldMasterMk cId="1030627224" sldId="2147483708"/>
            <pc:sldLayoutMk cId="626664315" sldId="2147483714"/>
          </pc:sldLayoutMkLst>
        </pc:sldLayoutChg>
        <pc:sldLayoutChg chg="add del mod replId">
          <pc:chgData name="Gourav Anand" userId="fd8c76e17f6c2f08" providerId="Windows Live" clId="Web-{32068441-A9E4-8F43-CFB6-FC5D95B844AC}" dt="2026-06-06T08:13:45.474" v="177"/>
          <pc:sldLayoutMkLst>
            <pc:docMk/>
            <pc:sldMasterMk cId="1030627224" sldId="2147483708"/>
            <pc:sldLayoutMk cId="4067095442" sldId="2147483715"/>
          </pc:sldLayoutMkLst>
        </pc:sldLayoutChg>
        <pc:sldLayoutChg chg="add del mod replId">
          <pc:chgData name="Gourav Anand" userId="fd8c76e17f6c2f08" providerId="Windows Live" clId="Web-{32068441-A9E4-8F43-CFB6-FC5D95B844AC}" dt="2026-06-06T08:13:45.474" v="177"/>
          <pc:sldLayoutMkLst>
            <pc:docMk/>
            <pc:sldMasterMk cId="1030627224" sldId="2147483708"/>
            <pc:sldLayoutMk cId="4219522370" sldId="2147483716"/>
          </pc:sldLayoutMkLst>
        </pc:sldLayoutChg>
        <pc:sldLayoutChg chg="add del mod replId">
          <pc:chgData name="Gourav Anand" userId="fd8c76e17f6c2f08" providerId="Windows Live" clId="Web-{32068441-A9E4-8F43-CFB6-FC5D95B844AC}" dt="2026-06-06T08:13:45.474" v="177"/>
          <pc:sldLayoutMkLst>
            <pc:docMk/>
            <pc:sldMasterMk cId="1030627224" sldId="2147483708"/>
            <pc:sldLayoutMk cId="2687325845" sldId="2147483717"/>
          </pc:sldLayoutMkLst>
        </pc:sldLayoutChg>
        <pc:sldLayoutChg chg="add del mod replId">
          <pc:chgData name="Gourav Anand" userId="fd8c76e17f6c2f08" providerId="Windows Live" clId="Web-{32068441-A9E4-8F43-CFB6-FC5D95B844AC}" dt="2026-06-06T08:13:45.474" v="177"/>
          <pc:sldLayoutMkLst>
            <pc:docMk/>
            <pc:sldMasterMk cId="1030627224" sldId="2147483708"/>
            <pc:sldLayoutMk cId="592309041" sldId="2147483718"/>
          </pc:sldLayoutMkLst>
        </pc:sldLayoutChg>
        <pc:sldLayoutChg chg="add del mod replId">
          <pc:chgData name="Gourav Anand" userId="fd8c76e17f6c2f08" providerId="Windows Live" clId="Web-{32068441-A9E4-8F43-CFB6-FC5D95B844AC}" dt="2026-06-06T08:13:45.474" v="177"/>
          <pc:sldLayoutMkLst>
            <pc:docMk/>
            <pc:sldMasterMk cId="1030627224" sldId="2147483708"/>
            <pc:sldLayoutMk cId="50261732" sldId="2147483719"/>
          </pc:sldLayoutMkLst>
        </pc:sldLayoutChg>
      </pc:sldMasterChg>
      <pc:sldMasterChg chg="add del addSldLayout delSldLayout modSldLayout">
        <pc:chgData name="Gourav Anand" userId="fd8c76e17f6c2f08" providerId="Windows Live" clId="Web-{32068441-A9E4-8F43-CFB6-FC5D95B844AC}" dt="2026-06-06T08:13:47.442" v="178"/>
        <pc:sldMasterMkLst>
          <pc:docMk/>
          <pc:sldMasterMk cId="3717190448" sldId="2147483720"/>
        </pc:sldMasterMkLst>
        <pc:sldLayoutChg chg="add del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3717190448" sldId="2147483720"/>
            <pc:sldLayoutMk cId="2317880500" sldId="2147483721"/>
          </pc:sldLayoutMkLst>
        </pc:sldLayoutChg>
        <pc:sldLayoutChg chg="add del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3717190448" sldId="2147483720"/>
            <pc:sldLayoutMk cId="1887559820" sldId="2147483722"/>
          </pc:sldLayoutMkLst>
        </pc:sldLayoutChg>
        <pc:sldLayoutChg chg="add del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3717190448" sldId="2147483720"/>
            <pc:sldLayoutMk cId="3106048197" sldId="2147483723"/>
          </pc:sldLayoutMkLst>
        </pc:sldLayoutChg>
        <pc:sldLayoutChg chg="add del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3717190448" sldId="2147483720"/>
            <pc:sldLayoutMk cId="4100224095" sldId="2147483724"/>
          </pc:sldLayoutMkLst>
        </pc:sldLayoutChg>
        <pc:sldLayoutChg chg="add del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3717190448" sldId="2147483720"/>
            <pc:sldLayoutMk cId="1570735489" sldId="2147483725"/>
          </pc:sldLayoutMkLst>
        </pc:sldLayoutChg>
        <pc:sldLayoutChg chg="add del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3717190448" sldId="2147483720"/>
            <pc:sldLayoutMk cId="3770151598" sldId="2147483726"/>
          </pc:sldLayoutMkLst>
        </pc:sldLayoutChg>
        <pc:sldLayoutChg chg="add del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3717190448" sldId="2147483720"/>
            <pc:sldLayoutMk cId="1554491700" sldId="2147483727"/>
          </pc:sldLayoutMkLst>
        </pc:sldLayoutChg>
        <pc:sldLayoutChg chg="add del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3717190448" sldId="2147483720"/>
            <pc:sldLayoutMk cId="3774358210" sldId="2147483728"/>
          </pc:sldLayoutMkLst>
        </pc:sldLayoutChg>
        <pc:sldLayoutChg chg="add del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3717190448" sldId="2147483720"/>
            <pc:sldLayoutMk cId="82488019" sldId="2147483729"/>
          </pc:sldLayoutMkLst>
        </pc:sldLayoutChg>
        <pc:sldLayoutChg chg="add del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3717190448" sldId="2147483720"/>
            <pc:sldLayoutMk cId="2159313805" sldId="2147483730"/>
          </pc:sldLayoutMkLst>
        </pc:sldLayoutChg>
        <pc:sldLayoutChg chg="add del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3717190448" sldId="2147483720"/>
            <pc:sldLayoutMk cId="861494386" sldId="2147483731"/>
          </pc:sldLayoutMkLst>
        </pc:sldLayoutChg>
      </pc:sldMasterChg>
      <pc:sldMasterChg chg="add addSldLayout modSldLayout">
        <pc:chgData name="Gourav Anand" userId="fd8c76e17f6c2f08" providerId="Windows Live" clId="Web-{32068441-A9E4-8F43-CFB6-FC5D95B844AC}" dt="2026-06-06T08:13:47.442" v="178"/>
        <pc:sldMasterMkLst>
          <pc:docMk/>
          <pc:sldMasterMk cId="1913425951" sldId="2147483732"/>
        </pc:sldMasterMkLst>
        <pc:sldLayoutChg chg="add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1913425951" sldId="2147483732"/>
            <pc:sldLayoutMk cId="2999516869" sldId="2147483733"/>
          </pc:sldLayoutMkLst>
        </pc:sldLayoutChg>
        <pc:sldLayoutChg chg="add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1913425951" sldId="2147483732"/>
            <pc:sldLayoutMk cId="2220665378" sldId="2147483734"/>
          </pc:sldLayoutMkLst>
        </pc:sldLayoutChg>
        <pc:sldLayoutChg chg="add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1913425951" sldId="2147483732"/>
            <pc:sldLayoutMk cId="2260050431" sldId="2147483735"/>
          </pc:sldLayoutMkLst>
        </pc:sldLayoutChg>
        <pc:sldLayoutChg chg="add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1913425951" sldId="2147483732"/>
            <pc:sldLayoutMk cId="3743015285" sldId="2147483736"/>
          </pc:sldLayoutMkLst>
        </pc:sldLayoutChg>
        <pc:sldLayoutChg chg="add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1913425951" sldId="2147483732"/>
            <pc:sldLayoutMk cId="2212326796" sldId="2147483737"/>
          </pc:sldLayoutMkLst>
        </pc:sldLayoutChg>
        <pc:sldLayoutChg chg="add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1913425951" sldId="2147483732"/>
            <pc:sldLayoutMk cId="1679381324" sldId="2147483738"/>
          </pc:sldLayoutMkLst>
        </pc:sldLayoutChg>
        <pc:sldLayoutChg chg="add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1913425951" sldId="2147483732"/>
            <pc:sldLayoutMk cId="2488656887" sldId="2147483739"/>
          </pc:sldLayoutMkLst>
        </pc:sldLayoutChg>
        <pc:sldLayoutChg chg="add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1913425951" sldId="2147483732"/>
            <pc:sldLayoutMk cId="3407845144" sldId="2147483740"/>
          </pc:sldLayoutMkLst>
        </pc:sldLayoutChg>
        <pc:sldLayoutChg chg="add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1913425951" sldId="2147483732"/>
            <pc:sldLayoutMk cId="2239797377" sldId="2147483741"/>
          </pc:sldLayoutMkLst>
        </pc:sldLayoutChg>
        <pc:sldLayoutChg chg="add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1913425951" sldId="2147483732"/>
            <pc:sldLayoutMk cId="1603145059" sldId="2147483742"/>
          </pc:sldLayoutMkLst>
        </pc:sldLayoutChg>
        <pc:sldLayoutChg chg="add mod replId">
          <pc:chgData name="Gourav Anand" userId="fd8c76e17f6c2f08" providerId="Windows Live" clId="Web-{32068441-A9E4-8F43-CFB6-FC5D95B844AC}" dt="2026-06-06T08:13:47.442" v="178"/>
          <pc:sldLayoutMkLst>
            <pc:docMk/>
            <pc:sldMasterMk cId="1913425951" sldId="2147483732"/>
            <pc:sldLayoutMk cId="3817919553" sldId="214748374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99516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665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05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6/6/2026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015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6/6/2026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326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6/6/2026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3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6/6/2026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656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6/6/2026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845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6/6/2026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797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145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919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6/6/2026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425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73226"/>
          </a:xfrm>
        </p:spPr>
        <p:txBody>
          <a:bodyPr/>
          <a:lstStyle/>
          <a:p>
            <a:r>
              <a:rPr lang="en-US"/>
              <a:t>Capstone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27191" y="2798942"/>
            <a:ext cx="5935540" cy="12878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Cease &amp; Desist Automation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3B69C1-84BF-FA1D-AAFA-4D5EAFCEF84B}"/>
              </a:ext>
            </a:extLst>
          </p:cNvPr>
          <p:cNvSpPr txBox="1"/>
          <p:nvPr/>
        </p:nvSpPr>
        <p:spPr>
          <a:xfrm>
            <a:off x="614435" y="5034958"/>
            <a:ext cx="34988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Gourav Anand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09912-3859-E1B2-A2DB-5E3D3B0D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Cease &amp; Desist Automation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DF0F4-7911-B5BB-F455-BF31AA75D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>
                <a:solidFill>
                  <a:srgbClr val="000000"/>
                </a:solidFill>
                <a:ea typeface="+mn-lt"/>
                <a:cs typeface="+mn-lt"/>
              </a:rPr>
              <a:t>Problem &amp; Business Context</a:t>
            </a:r>
            <a:r>
              <a:rPr lang="en-US" b="1">
                <a:ea typeface="+mn-lt"/>
                <a:cs typeface="+mn-lt"/>
              </a:rPr>
              <a:t>:</a:t>
            </a:r>
            <a:endParaRPr lang="en-US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Customers send scanned PDFs asking to stop communication</a:t>
            </a:r>
            <a:endParaRPr lang="en-US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Today, agents manually read and classify each request</a:t>
            </a:r>
            <a:endParaRPr lang="en-US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Manual process is slow, inconsistent, and hard to scale</a:t>
            </a:r>
            <a:endParaRPr lang="en-US"/>
          </a:p>
          <a:p>
            <a:pPr marL="457200" indent="-457200">
              <a:buFont typeface="Wingdings" panose="020B0604020202020204" pitchFamily="34" charset="0"/>
              <a:buChar char="Ø"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Need clear separation of Cease, Uncertain, and Irrelevant</a:t>
            </a:r>
            <a:endParaRPr lang="en-US"/>
          </a:p>
          <a:p>
            <a:pPr marL="457200" indent="-457200">
              <a:buFont typeface="Wingdings"/>
              <a:buChar char="Ø"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The proposed solution automates document intake, classification, routing, storage and audit logging while preserving human oversight.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06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F170A-277D-6F5E-D6F5-C9B84E9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31070"/>
            <a:ext cx="10363200" cy="997071"/>
          </a:xfrm>
        </p:spPr>
        <p:txBody>
          <a:bodyPr/>
          <a:lstStyle/>
          <a:p>
            <a:r>
              <a:rPr lang="en-US">
                <a:solidFill>
                  <a:srgbClr val="27251E"/>
                </a:solidFill>
              </a:rPr>
              <a:t>Design &amp; Architecture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4E9D0-8829-936A-6F57-D62C07427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368" y="2082922"/>
            <a:ext cx="10363200" cy="357315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Multi-agent pipeline built using 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LangGraph</a:t>
            </a:r>
            <a:endParaRPr lang="en-US" sz="2400">
              <a:solidFill>
                <a:srgbClr val="000000"/>
              </a:solidFill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PDF text extraction with OCR fallback for scans</a:t>
            </a:r>
            <a:endParaRPr lang="en-US" sz="2400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LLM classifier outputs label, confidence, reasoning, signals</a:t>
            </a:r>
            <a:endParaRPr lang="en-US" sz="2400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Reviewer agent optionally validates classifier output</a:t>
            </a:r>
            <a:endParaRPr lang="en-US" sz="2400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Routing: Cease → Datastore</a:t>
            </a:r>
            <a:endParaRPr lang="en-US" sz="2400" dirty="0"/>
          </a:p>
          <a:p>
            <a:pPr marL="0" indent="0">
              <a:buNone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     Irrelevant → Archive file</a:t>
            </a:r>
            <a:endParaRPr lang="en-US" sz="2400" dirty="0"/>
          </a:p>
          <a:p>
            <a:pPr marL="0" indent="0">
              <a:buNone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     Uncertain → Human Review Queue</a:t>
            </a:r>
            <a:endParaRPr lang="en-US" sz="2400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Streamlit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UI for upload, review, dashboards, audit</a:t>
            </a:r>
            <a:endParaRPr lang="en-US" sz="2400" dirty="0"/>
          </a:p>
          <a:p>
            <a:pPr>
              <a:buFont typeface="Wingdings" panose="020B0604020202020204" pitchFamily="34" charset="0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17925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2E027-E10C-1A21-26CE-AB71C98A3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Agentic Flow</a:t>
            </a:r>
          </a:p>
        </p:txBody>
      </p:sp>
      <p:pic>
        <p:nvPicPr>
          <p:cNvPr id="7" name="Content Placeholder 6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653A1090-A814-340C-4655-10CD6B6BD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0136" y="2132743"/>
            <a:ext cx="7549897" cy="403945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E09DE-9EC9-4E92-536E-97690F252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CECB8-4487-4EE4-89DA-24F416373C39}" type="datetime1">
              <a:t>6/6/2026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15D72-5059-C301-E8BC-DD03A759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48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28116-9A3C-62DC-0C2F-9B748361E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Edge Case Scenario Coverage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E20A0-AD16-B96A-56F7-18B3CFD52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Scanned PDFs → OCR fallback when text is weak</a:t>
            </a:r>
            <a:endParaRPr lang="en-US" sz="2400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Conditional cease language → marked Uncertain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Legal inquiries (records, authority, guardianship) → not auto-Cease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Temporary / partial suspension → flagged for human review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Low confidence / Model errors → routed to manual review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Optional multilingual support via OCR + LLM</a:t>
            </a:r>
          </a:p>
          <a:p>
            <a:pPr>
              <a:buFont typeface="Wingdings" panose="020B0604020202020204" pitchFamily="34" charset="0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81606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915AD-39D2-3AC1-23D9-010409ACE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119" y="526257"/>
            <a:ext cx="10363200" cy="118757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Scalability &amp; Extensibility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AD86A-946C-0120-CF16-F562E8649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543" y="1992312"/>
            <a:ext cx="10408445" cy="387508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Modular Agents: Extractor, Classifier, Reviewer, Cease, Archive, Audit, Human Review</a:t>
            </a:r>
            <a:endParaRPr lang="en-US" sz="2400">
              <a:solidFill>
                <a:srgbClr val="000000"/>
              </a:solidFill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Storage abstraction: SQLite/CSV now, can swap to enterprise DB/queues</a:t>
            </a:r>
            <a:endParaRPr lang="en-US" sz="2400"/>
          </a:p>
          <a:p>
            <a:pPr>
              <a:buFont typeface="Wingdings" panose="020B0604020202020204" pitchFamily="34" charset="0"/>
              <a:buChar char="Ø"/>
            </a:pP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LangGraph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routing supports new nodes and tools without redesign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Async processing &amp; retries</a:t>
            </a:r>
            <a:endParaRPr lang="en-US" sz="2400"/>
          </a:p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Model/provider switching for token optimization</a:t>
            </a:r>
            <a:endParaRPr lang="en-US" sz="2400"/>
          </a:p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Metrics and monitoring</a:t>
            </a:r>
            <a:endParaRPr lang="en-US" sz="2400" dirty="0"/>
          </a:p>
          <a:p>
            <a:pPr>
              <a:buFont typeface="Wingdings" panose="020B0604020202020204" pitchFamily="34" charset="0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8977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41B4C-5B1C-8678-B4B4-6FAA2952E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NFRs: Beyond Functionality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5277F-5E8F-044A-E143-BEEA17FA7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Auditability: Every decision logged with reasoning &amp; confidence</a:t>
            </a:r>
            <a:endParaRPr lang="en-US" sz="2400">
              <a:solidFill>
                <a:srgbClr val="000000"/>
              </a:solidFill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Explainability: Key phrases + signal analysis for each document</a:t>
            </a:r>
            <a:endParaRPr lang="en-US" sz="2400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Reliability: Ambiguous/failed cases go to human review</a:t>
            </a:r>
            <a:endParaRPr lang="en-US" sz="2400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Maintainability: Clear separation of agents, tools, and UI</a:t>
            </a:r>
            <a:endParaRPr lang="en-US" sz="2400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Scalability: Graph-based, pluggable components</a:t>
            </a:r>
            <a:endParaRPr lang="en-US" sz="2400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Usability: 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Streamlit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app for upload, review, dashboards, audit</a:t>
            </a:r>
            <a:endParaRPr lang="en-US" sz="2400" dirty="0"/>
          </a:p>
          <a:p>
            <a:pPr>
              <a:buFont typeface="Wingdings" panose="020B0604020202020204" pitchFamily="34" charset="0"/>
              <a:buChar char="Ø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Resilience: OCR fallback + configurable LLM providers</a:t>
            </a:r>
            <a:endParaRPr lang="en-US" sz="2400" dirty="0"/>
          </a:p>
          <a:p>
            <a:pPr>
              <a:buFont typeface="Wingdings" panose="020B0604020202020204" pitchFamily="34" charset="0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032260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AccentBoxVTI</vt:lpstr>
      <vt:lpstr>Capstone Project</vt:lpstr>
      <vt:lpstr>Cease &amp; Desist Automation </vt:lpstr>
      <vt:lpstr>Design &amp; Architecture </vt:lpstr>
      <vt:lpstr>Agentic Flow</vt:lpstr>
      <vt:lpstr>Edge Case Scenario Coverage</vt:lpstr>
      <vt:lpstr>Scalability &amp; Extensibility</vt:lpstr>
      <vt:lpstr>NFRs: Beyond Functionality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130</cp:revision>
  <dcterms:created xsi:type="dcterms:W3CDTF">2026-06-06T07:51:12Z</dcterms:created>
  <dcterms:modified xsi:type="dcterms:W3CDTF">2026-06-06T08:26:30Z</dcterms:modified>
</cp:coreProperties>
</file>